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AABAB-6FA3-4779-9115-43596A526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75814-08B0-4EFA-ADFD-17FB5F2AC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A3B1-E523-4A9A-9532-90EEC595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28E94-52EE-4C2A-B181-4AA49DC8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42F1A-695E-40ED-AC0D-44E560A0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886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8CF8-A594-44AB-B22D-C9CA9C32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BF59F-8B33-42E7-952F-1AFAB7FA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9A5B5-F5BA-459E-9619-607C5298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7AB55-F880-4705-8117-A7915CF8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B24BC-D949-4D2D-8CF0-BFE854E0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494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8CC5-ED89-46D3-A28A-473A6A47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1BAFD-1E93-4376-832E-76A7D7A50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B0F80-96A4-4CAD-B7E4-744DB5E2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B6D4-2A28-4860-8935-C13196CE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9D24F-9AC7-4732-B21D-0538705E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909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D3B7A-4C96-43C3-8435-D898CC54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4E34-F665-42E6-BC69-452149E25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D535E-A80C-4114-B47B-EDD69E09F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E1569-7C01-4810-BB4A-E356B3A8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29138-4176-429C-88FF-0DD54150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6184A-8479-4421-BD60-4D978AED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440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BA25E-0227-49F7-ABA2-ABAEFB66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24205-3F47-4233-8CB2-160E03CE7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923E1-C906-48B4-9AF8-1E252931B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A2F13-7252-4CAC-9667-8FDF849B2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4819-F55A-475E-823F-0B55524D3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51366-E7BC-4B09-9328-3F0E60DC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22ABC-061D-4572-8FB4-DA917AFB7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C196F-5C72-47BF-BB0C-59CB5708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756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06AF-8582-4DA6-8DAE-38270CF7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4BD7F-8C5C-41CB-916A-33BAC4568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35FCE-31AC-48C3-9FF4-1DA3DCD8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26676-DACE-4B38-B2A1-6CC24870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3306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C8A43-79C4-4FA5-B3D7-63C84B8C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A0451-EE2F-4F29-A410-735E07333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54510-D9AF-4BDE-9241-581520A0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671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0A5-0FBE-401A-BA2E-35E0FF87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53036-4F84-413A-99CF-1F2194458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1187E-6AC2-4EC7-9821-9F64639B9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8F152-B488-4C61-AA40-FEC41144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C5618-D077-4E36-8B2F-6C4532AD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03B97-F865-4C88-91A1-7DAB9F6B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110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4B42-D2AE-490C-801E-E09747AB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910FE-3979-4787-9EB1-4514443C1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56301-64F4-40E7-96F6-7A343BB84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B46DC-9991-4FAC-9263-CCF8D92A5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6B4E2-A69B-407F-9780-FB96FF65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56B7D-E9CE-4F63-9ECC-F2A2F0413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628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79F8-05E8-4056-A634-6C780040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101AE-9E1B-4F3F-840E-4C087B864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271C8-234D-4B38-A79C-D71AF5E5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95329-59D7-40D1-91A0-A2BEACC9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D3209-4546-4D22-9797-C7CFA704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902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587179-A4D7-453B-843D-615C7A34F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CABAC-002F-4E35-A6B6-3899E98C2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5DA48-C5BB-4670-9C6A-E52D4920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C3DF5-BE3F-409E-89D4-BF28159B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0DB6-BFA3-41BC-A04A-AAA13633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443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5A679-DD92-4B37-8D8C-BDED2846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8D50C-5F16-4C61-A07D-3D0E356D2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F21C2-6424-49C6-8D23-E0EBD67FE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25CEE-D33D-41C2-8A0F-563DE3B414F6}" type="datetimeFigureOut">
              <a:rPr lang="es-PE" smtClean="0"/>
              <a:t>20/08/2025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CD2EC-E0EE-446E-A00D-D41FBB59B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EF7B0-7136-45D1-BC1E-B5AC4A70D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6C1DD-308D-46EA-84B0-66AE98104B4F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092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5EA6-EDBA-4A02-9D18-1E8B080D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4800" b="1" dirty="0" err="1">
                <a:solidFill>
                  <a:srgbClr val="002060"/>
                </a:solidFill>
              </a:rPr>
              <a:t>Conda</a:t>
            </a:r>
            <a:r>
              <a:rPr lang="es-PE" sz="4800" b="1" dirty="0">
                <a:solidFill>
                  <a:srgbClr val="002060"/>
                </a:solidFill>
              </a:rPr>
              <a:t> </a:t>
            </a:r>
            <a:r>
              <a:rPr lang="es-PE" sz="4800" b="1" dirty="0" err="1">
                <a:solidFill>
                  <a:srgbClr val="002060"/>
                </a:solidFill>
              </a:rPr>
              <a:t>Environments</a:t>
            </a:r>
            <a:endParaRPr lang="es-PE" sz="4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5F52-EF46-43AB-9F3C-2F181E4D1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152"/>
            <a:ext cx="10515600" cy="1858608"/>
          </a:xfrm>
        </p:spPr>
        <p:txBody>
          <a:bodyPr>
            <a:normAutofit/>
          </a:bodyPr>
          <a:lstStyle/>
          <a:p>
            <a:r>
              <a:rPr lang="es-ES" sz="1800" b="1" dirty="0"/>
              <a:t>Aislamiento: </a:t>
            </a:r>
            <a:r>
              <a:rPr lang="es-ES" sz="1800" dirty="0"/>
              <a:t>cada proyecto con sus propias librerías, evita sin conflictos.</a:t>
            </a:r>
          </a:p>
          <a:p>
            <a:r>
              <a:rPr lang="es-ES" sz="1800" b="1" dirty="0"/>
              <a:t>Reproducibilidad: </a:t>
            </a:r>
            <a:r>
              <a:rPr lang="es-ES" sz="1800" dirty="0"/>
              <a:t>mismas versiones, es igual a mismos resultados en todas las máquinas.</a:t>
            </a:r>
          </a:p>
          <a:p>
            <a:r>
              <a:rPr lang="es-ES" sz="1800" b="1" dirty="0"/>
              <a:t>Portabilidad: </a:t>
            </a:r>
            <a:r>
              <a:rPr lang="es-ES" sz="1800" dirty="0"/>
              <a:t>fácil exportar entorno con el equipo.</a:t>
            </a:r>
          </a:p>
          <a:p>
            <a:r>
              <a:rPr lang="es-ES" sz="1800" b="1" dirty="0"/>
              <a:t>Limpieza: </a:t>
            </a:r>
            <a:r>
              <a:rPr lang="es-ES" sz="1800" dirty="0"/>
              <a:t>no ensucias el Python “global” del sistema.</a:t>
            </a:r>
            <a:endParaRPr lang="es-PE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2EBB8-FAC9-4211-B65E-B9CF938FDAA3}"/>
              </a:ext>
            </a:extLst>
          </p:cNvPr>
          <p:cNvSpPr txBox="1"/>
          <p:nvPr/>
        </p:nvSpPr>
        <p:spPr>
          <a:xfrm>
            <a:off x="838200" y="3639845"/>
            <a:ext cx="96677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u="sng" dirty="0"/>
              <a:t>Step1 : Crear el entorno </a:t>
            </a:r>
          </a:p>
          <a:p>
            <a:r>
              <a:rPr lang="es-ES" dirty="0"/>
              <a:t># Crear entorno con Python 3.10 </a:t>
            </a:r>
          </a:p>
          <a:p>
            <a:r>
              <a:rPr lang="es-ES" dirty="0" err="1"/>
              <a:t>conda</a:t>
            </a:r>
            <a:r>
              <a:rPr lang="es-ES" dirty="0"/>
              <a:t> </a:t>
            </a:r>
            <a:r>
              <a:rPr lang="es-ES" dirty="0" err="1"/>
              <a:t>create</a:t>
            </a:r>
            <a:r>
              <a:rPr lang="es-ES" dirty="0"/>
              <a:t> -n </a:t>
            </a:r>
            <a:r>
              <a:rPr lang="es-ES" dirty="0" err="1"/>
              <a:t>yelp_scraper</a:t>
            </a:r>
            <a:r>
              <a:rPr lang="es-ES" dirty="0"/>
              <a:t> </a:t>
            </a:r>
            <a:r>
              <a:rPr lang="es-ES" dirty="0" err="1"/>
              <a:t>python</a:t>
            </a:r>
            <a:r>
              <a:rPr lang="es-ES" dirty="0"/>
              <a:t>=3.10 -y</a:t>
            </a:r>
          </a:p>
          <a:p>
            <a:endParaRPr lang="es-ES" dirty="0"/>
          </a:p>
          <a:p>
            <a:r>
              <a:rPr lang="es-ES" dirty="0"/>
              <a:t># Activar entorno</a:t>
            </a:r>
          </a:p>
          <a:p>
            <a:r>
              <a:rPr lang="es-ES" dirty="0" err="1"/>
              <a:t>conda</a:t>
            </a:r>
            <a:r>
              <a:rPr lang="es-ES" dirty="0"/>
              <a:t> </a:t>
            </a:r>
            <a:r>
              <a:rPr lang="es-ES" dirty="0" err="1"/>
              <a:t>activate</a:t>
            </a:r>
            <a:r>
              <a:rPr lang="es-ES" dirty="0"/>
              <a:t> </a:t>
            </a:r>
            <a:r>
              <a:rPr lang="es-ES" dirty="0" err="1"/>
              <a:t>yelp_scraper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8058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52EBB8-FAC9-4211-B65E-B9CF938FDAA3}"/>
              </a:ext>
            </a:extLst>
          </p:cNvPr>
          <p:cNvSpPr txBox="1"/>
          <p:nvPr/>
        </p:nvSpPr>
        <p:spPr>
          <a:xfrm>
            <a:off x="1060142" y="335845"/>
            <a:ext cx="966778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u="sng" dirty="0"/>
              <a:t>Step2 : </a:t>
            </a:r>
            <a:r>
              <a:rPr lang="es-PE" b="1" u="sng" dirty="0" err="1"/>
              <a:t>Requirements</a:t>
            </a:r>
            <a:r>
              <a:rPr lang="es-PE" b="1" u="sng" dirty="0"/>
              <a:t> </a:t>
            </a:r>
          </a:p>
          <a:p>
            <a:r>
              <a:rPr lang="it-IT" dirty="0"/>
              <a:t>Crea un archivo requirements.txt con:</a:t>
            </a:r>
            <a:endParaRPr lang="es-ES" dirty="0"/>
          </a:p>
          <a:p>
            <a:endParaRPr lang="es-ES" dirty="0"/>
          </a:p>
          <a:p>
            <a:r>
              <a:rPr lang="es-ES" dirty="0" err="1"/>
              <a:t>selenium</a:t>
            </a:r>
            <a:r>
              <a:rPr lang="es-ES" dirty="0"/>
              <a:t>==4.23.1</a:t>
            </a:r>
          </a:p>
          <a:p>
            <a:r>
              <a:rPr lang="es-ES" dirty="0" err="1"/>
              <a:t>webdriver</a:t>
            </a:r>
            <a:r>
              <a:rPr lang="es-ES" dirty="0"/>
              <a:t>-manager==4.0.1</a:t>
            </a:r>
          </a:p>
          <a:p>
            <a:r>
              <a:rPr lang="es-ES" dirty="0"/>
              <a:t>pandas==2.2.2</a:t>
            </a:r>
          </a:p>
          <a:p>
            <a:r>
              <a:rPr lang="es-ES" dirty="0" err="1"/>
              <a:t>jupyter</a:t>
            </a:r>
            <a:r>
              <a:rPr lang="es-ES" dirty="0"/>
              <a:t>==1.0.0</a:t>
            </a:r>
          </a:p>
          <a:p>
            <a:r>
              <a:rPr lang="es-ES" dirty="0"/>
              <a:t>notebook==7.2.2</a:t>
            </a:r>
          </a:p>
          <a:p>
            <a:endParaRPr lang="es-ES" b="1" dirty="0"/>
          </a:p>
          <a:p>
            <a:r>
              <a:rPr lang="es-ES" b="1" dirty="0"/>
              <a:t>Cambia tu ubicación:</a:t>
            </a:r>
          </a:p>
          <a:p>
            <a:r>
              <a:rPr lang="it-IT" dirty="0"/>
              <a:t>cd /d "D:\TA\Data science\Lab2"</a:t>
            </a:r>
          </a:p>
          <a:p>
            <a:endParaRPr lang="es-ES" dirty="0"/>
          </a:p>
          <a:p>
            <a:r>
              <a:rPr lang="es-ES" b="1" dirty="0"/>
              <a:t>Instala:</a:t>
            </a:r>
          </a:p>
          <a:p>
            <a:r>
              <a:rPr lang="en-US" dirty="0"/>
              <a:t>pip install -r requirements.txt</a:t>
            </a:r>
          </a:p>
          <a:p>
            <a:endParaRPr lang="en-US" dirty="0"/>
          </a:p>
          <a:p>
            <a:r>
              <a:rPr lang="es-PE" b="1" u="sng" dirty="0"/>
              <a:t>Step3 : Verificar la generación del entorno</a:t>
            </a:r>
          </a:p>
          <a:p>
            <a:r>
              <a:rPr lang="it-IT" dirty="0"/>
              <a:t>Crea un archivo requirements.txt con:</a:t>
            </a:r>
          </a:p>
          <a:p>
            <a:endParaRPr lang="it-IT" dirty="0"/>
          </a:p>
          <a:p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python</a:t>
            </a:r>
            <a:r>
              <a:rPr lang="es-ES" dirty="0"/>
              <a:t> </a:t>
            </a:r>
            <a:endParaRPr lang="it-IT" dirty="0"/>
          </a:p>
          <a:p>
            <a:r>
              <a:rPr lang="es-ES" dirty="0" err="1"/>
              <a:t>python</a:t>
            </a:r>
            <a:r>
              <a:rPr lang="es-ES" dirty="0"/>
              <a:t> -c "</a:t>
            </a:r>
            <a:r>
              <a:rPr lang="es-ES" dirty="0" err="1"/>
              <a:t>import</a:t>
            </a:r>
            <a:r>
              <a:rPr lang="es-ES" dirty="0"/>
              <a:t> </a:t>
            </a:r>
            <a:r>
              <a:rPr lang="es-ES" dirty="0" err="1"/>
              <a:t>sys</a:t>
            </a:r>
            <a:r>
              <a:rPr lang="es-ES" dirty="0"/>
              <a:t>;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sys.executable</a:t>
            </a:r>
            <a:r>
              <a:rPr lang="es-ES" dirty="0"/>
              <a:t>)"</a:t>
            </a:r>
          </a:p>
          <a:p>
            <a:r>
              <a:rPr lang="es-ES" dirty="0" err="1"/>
              <a:t>python</a:t>
            </a:r>
            <a:r>
              <a:rPr lang="es-ES" dirty="0"/>
              <a:t> -c "</a:t>
            </a:r>
            <a:r>
              <a:rPr lang="es-ES" dirty="0" err="1"/>
              <a:t>import</a:t>
            </a:r>
            <a:r>
              <a:rPr lang="es-ES" dirty="0"/>
              <a:t> </a:t>
            </a:r>
            <a:r>
              <a:rPr lang="es-ES" dirty="0" err="1"/>
              <a:t>selenium</a:t>
            </a:r>
            <a:r>
              <a:rPr lang="es-ES" dirty="0"/>
              <a:t>, pandas; </a:t>
            </a:r>
            <a:r>
              <a:rPr lang="es-ES" dirty="0" err="1"/>
              <a:t>print</a:t>
            </a:r>
            <a:r>
              <a:rPr lang="es-ES" dirty="0"/>
              <a:t>('</a:t>
            </a:r>
            <a:r>
              <a:rPr lang="es-ES" dirty="0" err="1"/>
              <a:t>selenium</a:t>
            </a:r>
            <a:r>
              <a:rPr lang="es-ES" dirty="0"/>
              <a:t>', </a:t>
            </a:r>
            <a:r>
              <a:rPr lang="es-ES" dirty="0" err="1"/>
              <a:t>selenium</a:t>
            </a:r>
            <a:r>
              <a:rPr lang="es-ES" dirty="0"/>
              <a:t>.__</a:t>
            </a:r>
            <a:r>
              <a:rPr lang="es-ES" dirty="0" err="1"/>
              <a:t>version</a:t>
            </a:r>
            <a:r>
              <a:rPr lang="es-ES" dirty="0"/>
              <a:t>__, 'pandas', pandas.__</a:t>
            </a:r>
            <a:r>
              <a:rPr lang="es-ES" dirty="0" err="1"/>
              <a:t>version</a:t>
            </a:r>
            <a:r>
              <a:rPr lang="es-ES" dirty="0"/>
              <a:t>__)"</a:t>
            </a:r>
          </a:p>
        </p:txBody>
      </p:sp>
    </p:spTree>
    <p:extLst>
      <p:ext uri="{BB962C8B-B14F-4D97-AF65-F5344CB8AC3E}">
        <p14:creationId xmlns:p14="http://schemas.microsoft.com/office/powerpoint/2010/main" val="203553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52EBB8-FAC9-4211-B65E-B9CF938FDAA3}"/>
              </a:ext>
            </a:extLst>
          </p:cNvPr>
          <p:cNvSpPr txBox="1"/>
          <p:nvPr/>
        </p:nvSpPr>
        <p:spPr>
          <a:xfrm>
            <a:off x="1060142" y="335845"/>
            <a:ext cx="96677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u="sng" dirty="0"/>
              <a:t>Step4 : Abrir el proyecto en </a:t>
            </a:r>
            <a:r>
              <a:rPr lang="es-PE" b="1" u="sng" dirty="0" err="1"/>
              <a:t>VScode</a:t>
            </a:r>
            <a:endParaRPr lang="es-PE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Abre la carpeta del proyecto en </a:t>
            </a:r>
            <a:r>
              <a:rPr lang="es-ES" b="1" dirty="0"/>
              <a:t>VS </a:t>
            </a:r>
            <a:r>
              <a:rPr lang="es-ES" b="1" dirty="0" err="1"/>
              <a:t>Code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Seleccionar interprete: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Presiona</a:t>
            </a:r>
            <a:r>
              <a:rPr lang="en-US" dirty="0"/>
              <a:t> </a:t>
            </a:r>
            <a:r>
              <a:rPr lang="en-US" b="1" dirty="0" err="1"/>
              <a:t>Ctrl+Shift+P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Escribe </a:t>
            </a:r>
            <a:r>
              <a:rPr lang="es-ES" b="1" dirty="0"/>
              <a:t>“Python: </a:t>
            </a:r>
            <a:r>
              <a:rPr lang="es-ES" b="1" dirty="0" err="1"/>
              <a:t>Select</a:t>
            </a:r>
            <a:r>
              <a:rPr lang="es-ES" b="1" dirty="0"/>
              <a:t> </a:t>
            </a:r>
            <a:r>
              <a:rPr lang="es-ES" b="1" dirty="0" err="1"/>
              <a:t>Interpreter</a:t>
            </a:r>
            <a:r>
              <a:rPr lang="es-ES" b="1" dirty="0"/>
              <a:t>”</a:t>
            </a:r>
            <a:r>
              <a:rPr lang="es-ES" dirty="0"/>
              <a:t> y entra</a:t>
            </a:r>
            <a:r>
              <a:rPr lang="en-US" dirty="0"/>
              <a:t> y </a:t>
            </a:r>
            <a:r>
              <a:rPr lang="en-US" dirty="0" err="1"/>
              <a:t>selecciona</a:t>
            </a:r>
            <a:r>
              <a:rPr lang="en-US" dirty="0"/>
              <a:t> “</a:t>
            </a:r>
            <a:r>
              <a:rPr lang="en-US" dirty="0" err="1"/>
              <a:t>yelp_scraper</a:t>
            </a:r>
            <a:r>
              <a:rPr lang="en-US" dirty="0"/>
              <a:t>”</a:t>
            </a:r>
            <a:endParaRPr lang="es-ES" dirty="0"/>
          </a:p>
          <a:p>
            <a:endParaRPr lang="en-US" dirty="0"/>
          </a:p>
          <a:p>
            <a:r>
              <a:rPr lang="es-PE" b="1" u="sng" dirty="0"/>
              <a:t>Step5 : Verificar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Genera un </a:t>
            </a:r>
            <a:r>
              <a:rPr lang="es-PE" dirty="0" err="1"/>
              <a:t>jupyter</a:t>
            </a:r>
            <a:r>
              <a:rPr lang="es-PE" dirty="0"/>
              <a:t> notebook de prueba .</a:t>
            </a:r>
            <a:r>
              <a:rPr lang="es-PE" dirty="0" err="1"/>
              <a:t>ipynb</a:t>
            </a:r>
            <a:endParaRPr lang="es-P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Corre el siguiente código: </a:t>
            </a:r>
            <a:endParaRPr lang="es-ES" dirty="0"/>
          </a:p>
          <a:p>
            <a:endParaRPr lang="es-ES" dirty="0"/>
          </a:p>
          <a:p>
            <a:r>
              <a:rPr lang="es-ES" dirty="0" err="1"/>
              <a:t>import</a:t>
            </a:r>
            <a:r>
              <a:rPr lang="es-ES" dirty="0"/>
              <a:t> </a:t>
            </a:r>
            <a:r>
              <a:rPr lang="es-ES" dirty="0" err="1"/>
              <a:t>sys</a:t>
            </a:r>
            <a:r>
              <a:rPr lang="es-ES" dirty="0"/>
              <a:t>, </a:t>
            </a:r>
            <a:r>
              <a:rPr lang="es-ES" dirty="0" err="1"/>
              <a:t>platform</a:t>
            </a:r>
            <a:endParaRPr lang="es-ES" dirty="0"/>
          </a:p>
          <a:p>
            <a:r>
              <a:rPr lang="es-ES" dirty="0" err="1"/>
              <a:t>import</a:t>
            </a:r>
            <a:r>
              <a:rPr lang="es-ES" dirty="0"/>
              <a:t> pandas as </a:t>
            </a:r>
            <a:r>
              <a:rPr lang="es-ES" dirty="0" err="1"/>
              <a:t>pd</a:t>
            </a:r>
            <a:r>
              <a:rPr lang="es-ES" dirty="0"/>
              <a:t>, </a:t>
            </a:r>
            <a:r>
              <a:rPr lang="es-ES" dirty="0" err="1"/>
              <a:t>selenium</a:t>
            </a:r>
            <a:endParaRPr lang="es-ES" dirty="0"/>
          </a:p>
          <a:p>
            <a:r>
              <a:rPr lang="es-ES" dirty="0" err="1"/>
              <a:t>print</a:t>
            </a:r>
            <a:r>
              <a:rPr lang="es-ES" dirty="0"/>
              <a:t>("Python exe:", </a:t>
            </a:r>
            <a:r>
              <a:rPr lang="es-ES" dirty="0" err="1"/>
              <a:t>sys.executable</a:t>
            </a:r>
            <a:r>
              <a:rPr lang="es-ES" dirty="0"/>
              <a:t>)</a:t>
            </a:r>
          </a:p>
          <a:p>
            <a:r>
              <a:rPr lang="es-ES" dirty="0" err="1"/>
              <a:t>print</a:t>
            </a:r>
            <a:r>
              <a:rPr lang="es-ES" dirty="0"/>
              <a:t>("Python ver:", </a:t>
            </a:r>
            <a:r>
              <a:rPr lang="es-ES" dirty="0" err="1"/>
              <a:t>platform.python_version</a:t>
            </a:r>
            <a:r>
              <a:rPr lang="es-ES" dirty="0"/>
              <a:t>())</a:t>
            </a:r>
          </a:p>
          <a:p>
            <a:r>
              <a:rPr lang="es-ES" dirty="0" err="1"/>
              <a:t>print</a:t>
            </a:r>
            <a:r>
              <a:rPr lang="es-ES" dirty="0"/>
              <a:t>("pandas:", </a:t>
            </a:r>
            <a:r>
              <a:rPr lang="es-ES" dirty="0" err="1"/>
              <a:t>pd</a:t>
            </a:r>
            <a:r>
              <a:rPr lang="es-ES" dirty="0"/>
              <a:t>.__</a:t>
            </a:r>
            <a:r>
              <a:rPr lang="es-ES" dirty="0" err="1"/>
              <a:t>version</a:t>
            </a:r>
            <a:r>
              <a:rPr lang="es-ES" dirty="0"/>
              <a:t>__)</a:t>
            </a:r>
          </a:p>
          <a:p>
            <a:r>
              <a:rPr lang="es-ES" dirty="0" err="1"/>
              <a:t>print</a:t>
            </a:r>
            <a:r>
              <a:rPr lang="es-ES" dirty="0"/>
              <a:t>("</a:t>
            </a:r>
            <a:r>
              <a:rPr lang="es-ES" dirty="0" err="1"/>
              <a:t>selenium</a:t>
            </a:r>
            <a:r>
              <a:rPr lang="es-ES" dirty="0"/>
              <a:t>:", </a:t>
            </a:r>
            <a:r>
              <a:rPr lang="es-ES" dirty="0" err="1"/>
              <a:t>selenium</a:t>
            </a:r>
            <a:r>
              <a:rPr lang="es-ES" dirty="0"/>
              <a:t>.__</a:t>
            </a:r>
            <a:r>
              <a:rPr lang="es-ES" dirty="0" err="1"/>
              <a:t>version</a:t>
            </a:r>
            <a:r>
              <a:rPr lang="es-ES" dirty="0"/>
              <a:t>__)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58589-B28F-4D53-933C-38275BBB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383" y="3510834"/>
            <a:ext cx="5802618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1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290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Conda Environments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Conda Environments</dc:title>
  <dc:creator>Jean Nieto Cordova</dc:creator>
  <cp:lastModifiedBy>Jean Nieto Cordova</cp:lastModifiedBy>
  <cp:revision>7</cp:revision>
  <dcterms:created xsi:type="dcterms:W3CDTF">2025-08-20T00:47:11Z</dcterms:created>
  <dcterms:modified xsi:type="dcterms:W3CDTF">2025-08-20T13:20:48Z</dcterms:modified>
</cp:coreProperties>
</file>